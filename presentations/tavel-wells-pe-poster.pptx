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ON DISPLAY  ·  PE / WELLS  ·  SAEM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Comparing Patient vs. Physician PE Risk Assessment Using the Wells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A prospective observational study comparing patient self-assessment with the Wells Score for pulmonary embolism risk to the physician's bedside assessment — accepted at SAEM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Sigal Tavel,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  ·  Joshua Easter, 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