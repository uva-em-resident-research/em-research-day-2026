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1554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1554480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59436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155448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4630400"/>
            <a:ext cx="10058400" cy="9144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57200"/>
                </a:solidFill>
                <a:latin typeface="Inter"/>
              </a:rPr>
              <a:t>PODIUM  ·  AI / OPERATIONS  ·  SAEM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4EAD5"/>
                </a:solidFill>
                <a:latin typeface="Inter"/>
              </a:rPr>
              <a:t>AI-Assisted Shift Scheduling in Emergency Medicine — ChatGPT vs. Grok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858000"/>
            <a:ext cx="89611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232D4B"/>
                </a:solidFill>
                <a:latin typeface="Inter"/>
              </a:rPr>
              <a:t>A comparison of off-the-shelf large language models for emergency-medicine resident shift scheduling — submitted as an innovation abstract at SAEM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0515600"/>
            <a:ext cx="87782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0515600"/>
            <a:ext cx="8778240" cy="54864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0698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115568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232D4B"/>
                </a:solidFill>
                <a:latin typeface="Inter"/>
              </a:rPr>
              <a:t>Michael Carter, 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20700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32D4B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2755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32D4B"/>
                </a:solidFill>
                <a:latin typeface="Inter"/>
              </a:rPr>
              <a:t>Faculty mentors  ·  Drs. Layng, Smith, Hartka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485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UVA Department of Emergency Medicine  ·  April 29, 2026  ·  Pinn Hall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