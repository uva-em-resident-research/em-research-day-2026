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1554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554480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59436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155448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00"/>
            <a:ext cx="10058400" cy="9144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7200"/>
                </a:solidFill>
                <a:latin typeface="Inter"/>
              </a:rPr>
              <a:t>PODIUM  ·  TRAUMA  ·  PROTOCOL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9144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4EAD5"/>
                </a:solidFill>
                <a:latin typeface="Inter"/>
              </a:rPr>
              <a:t>Whole Blood Protocol for Emergency Medicine and Trauma at UVA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858000"/>
            <a:ext cx="8961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 i="0">
                <a:solidFill>
                  <a:srgbClr val="232D4B"/>
                </a:solidFill>
                <a:latin typeface="Inter"/>
              </a:rPr>
              <a:t>Development of a whole-blood resuscitation protocol for the UVA Department of Emergency Medicine, built in coordination with the trauma program and added to the UVA Trauma Manual.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0515600"/>
            <a:ext cx="87782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0"/>
            <a:ext cx="8778240" cy="54864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0698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PRESENTER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1556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32D4B"/>
                </a:solidFill>
                <a:latin typeface="Inter"/>
              </a:rPr>
              <a:t>Nicholas McKean, 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2070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32D4B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27558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32D4B"/>
                </a:solidFill>
                <a:latin typeface="Inter"/>
              </a:rPr>
              <a:t>Faculty mentor  ·  George Lindbeck, 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85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AD5"/>
                </a:solidFill>
                <a:latin typeface="Inter"/>
              </a:rPr>
              <a:t>UVA Department of Emergency Medicine  ·  April 29, 2026  ·  Pinn Hall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