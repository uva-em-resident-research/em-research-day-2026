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CASE REPORT  ·  POCUS PEARLS  ·  PEDIATRICS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4EAD5"/>
                </a:solidFill>
                <a:latin typeface="Inter"/>
              </a:rPr>
              <a:t>It's Not Cyclic Vomiting Syndrome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4EAD5"/>
                </a:solidFill>
                <a:latin typeface="Inter"/>
              </a:rPr>
              <a:t>Until Dietl's is Ruled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Inter"/>
              </a:rPr>
              <a:t>Two pediatric cases  ·  Bedside renal POCUS during the active episode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4EAD5"/>
                </a:solidFill>
                <a:latin typeface="Inter"/>
              </a:rPr>
              <a:t>Michael Larsen, 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PGY-3 Resident, Emergency Medicine  ·  University of Virginia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4EAD5"/>
                </a:solidFill>
                <a:latin typeface="Inter"/>
              </a:rPr>
              <a:t>Faculty Mentor  ·  Christopher D. Thom, 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BD5E1"/>
                </a:solidFill>
                <a:latin typeface="Inter"/>
              </a:rPr>
              <a:t>Co-authors  ·  Matthew Kongkatong, MD  ·  Jakob Ottenhoff, DO  ·  James Moak, 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CBD5E1"/>
                </a:solidFill>
                <a:latin typeface="Inter"/>
              </a:rPr>
              <a:t>Larsen et al.  J Emerg Med 2024;67(4):e346–e350.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01  ·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Cyclic vomiting picks up the diagnosis many times before Dietl's does.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86400" cy="42976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DIETL'S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32D4B"/>
                </a:solidFill>
                <a:latin typeface="Inter"/>
              </a:rPr>
              <a:t>Intermittent UPJ obstruction.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Anatomic kink at the ureteropelvic junction that intermittently obstructs.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Patients present with episodic, position-dependent abdominal pain and vomiting and look — on first pass — like cyclic vomiting syndrome.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Inter-episode imaging is often normal, which reinforces a functional label.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486400" cy="42976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Untreated UPJ obstruction can drive progressive hydronephrosis and renal injury.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Patients accumulate repeat ED visits and unrevealing GI workups before diagnosis.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Definitive treatment is surgical (pyeloplasty), and it is curative.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Bedside renal POCUS during the active episode is the highest-yield rule-out we have.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02  ·  CASES + POCUS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Two pediatric cases. Same workup. Same pivot.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86400" cy="429768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Pediatric patients with recurrent episodic abdominal pain + vomiting.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Both had prior gastroenterology workup labeled as cyclic vomiting.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Symptoms episodic and often unprovoked; normal findings between episodes.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Hematuria absent in both — clinical picture looked GI, not urologic.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•  Suspicion for Dietl's emerged in the ED on a recurrent visit.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91640"/>
            <a:ext cx="5486400" cy="42976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7451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POCUS TECHNIQUE  ·  RENAL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Curvilinear / phased-array probe, flank approach.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Long-axis view of the renal hilum, both kidneys.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Look for a dilated collecting system; &gt;10 mm AP diameter favors hydronephrosis.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Compare side-to-side — severe unilateral dilation is the red flag.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FFFFFF"/>
                </a:solidFill>
                <a:latin typeface="Inter"/>
              </a:rPr>
              <a:t>•  Image during the episode — inter-episode scans miss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03  ·  WHAT POCUS SHOWED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Bedside POCUS picked it up in each case.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6400800" cy="42976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POCUS DURING EPISODE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943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4EAD5"/>
                </a:solidFill>
                <a:latin typeface="Inter"/>
              </a:rPr>
              <a:t>Severe unilateral</a:t>
            </a:r>
          </a:p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4EAD5"/>
                </a:solidFill>
                <a:latin typeface="Inter"/>
              </a:rPr>
              <a:t>hydronephrosis.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5943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Identified in each case during an active episode.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Confirmed by CT in each case.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Inter"/>
              </a:rPr>
              <a:t>Urology engaged for definitive surgical management.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87451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ED PATHWAY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2331720"/>
            <a:ext cx="164592" cy="36576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377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4151"/>
                </a:solidFill>
                <a:latin typeface="Inter"/>
              </a:rPr>
              <a:t>Episode-time renal POCUS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2834640"/>
            <a:ext cx="164592" cy="36576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2880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4151"/>
                </a:solidFill>
                <a:latin typeface="Inter"/>
              </a:rPr>
              <a:t>Severe unilateral hydronephrosis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3337560"/>
            <a:ext cx="164592" cy="36576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3383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4151"/>
                </a:solidFill>
                <a:latin typeface="Inter"/>
              </a:rPr>
              <a:t>Confirmatory cross-sectional imaging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3840480"/>
            <a:ext cx="164592" cy="36576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3886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4151"/>
                </a:solidFill>
                <a:latin typeface="Inter"/>
              </a:rPr>
              <a:t>Urology consult in the 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4343400"/>
            <a:ext cx="164592" cy="36576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389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4151"/>
                </a:solidFill>
                <a:latin typeface="Inter"/>
              </a:rPr>
              <a:t>Surgical management (pyeloplasty)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4846320"/>
            <a:ext cx="164592" cy="36576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4892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74151"/>
                </a:solidFill>
                <a:latin typeface="Inter"/>
              </a:rPr>
              <a:t>Resolution of recurrent episodes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04  · 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32D4B"/>
                </a:solidFill>
                <a:latin typeface="Inter"/>
              </a:rPr>
              <a:t>Position-dependent pain + recurrent episodes + negative inter-episode imaging.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6B7280"/>
                </a:solidFill>
                <a:latin typeface="Inter"/>
              </a:rPr>
              <a:t>That triad is the moment to image during the episode.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257800" cy="210312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DIFFERENTIAL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Nephrolithiasis  ·  pyelonephritis  ·  ovarian / testicular torsion  ·  AAA in adults  ·  cyclic vomiting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011680"/>
            <a:ext cx="5257800" cy="210312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PHYSIOLOGY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Anatomic kink at the UPJ. Obstruction is intermittent — that's why between-episode imaging looks clean.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5257800" cy="210312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480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WHY IT'S MISSED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Recurrent presentations + normal inter-episode imaging anchor toward functional GI labels.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4297680"/>
            <a:ext cx="5257800" cy="2103120"/>
          </a:xfrm>
          <a:prstGeom prst="rect">
            <a:avLst/>
          </a:prstGeom>
          <a:solidFill>
            <a:srgbClr val="F4E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480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THE 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8920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374151"/>
                </a:solidFill>
                <a:latin typeface="Inter"/>
              </a:rPr>
              <a:t>Image during the episode, not after. Bedside renal POCUS is the fastest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05  ·  TEACHING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32D4B"/>
                </a:solidFill>
                <a:latin typeface="Inter"/>
              </a:rPr>
              <a:t>What to take home for your next pediatric recurrent-vomiting visit.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38528"/>
            <a:ext cx="164592" cy="164592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74151"/>
                </a:solidFill>
                <a:latin typeface="Inter"/>
              </a:rPr>
              <a:t>In pediatric recurrent vomiting, do not anchor on cyclic vomiting before episode-time imaging.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24328"/>
            <a:ext cx="164592" cy="164592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74151"/>
                </a:solidFill>
                <a:latin typeface="Inter"/>
              </a:rPr>
              <a:t>Bedside renal POCUS during an active episode is the highest-yield rule-out.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10128"/>
            <a:ext cx="164592" cy="164592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74151"/>
                </a:solidFill>
                <a:latin typeface="Inter"/>
              </a:rPr>
              <a:t>Severe unilateral hydronephrosis on POCUS → cross-sectional confirmation → urology.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95928"/>
            <a:ext cx="164592" cy="164592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86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74151"/>
                </a:solidFill>
                <a:latin typeface="Inter"/>
              </a:rPr>
              <a:t>Definitive management is surgical (pyeloplasty), and it resolves the recurrence pattern.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681728"/>
            <a:ext cx="164592" cy="164592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74151"/>
                </a:solidFill>
                <a:latin typeface="Inter"/>
              </a:rPr>
              <a:t>POCUS in EM goes well beyond shock and trauma — this is one of those cases.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367528"/>
            <a:ext cx="164592" cy="164592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374151"/>
                </a:solidFill>
                <a:latin typeface="Inter"/>
              </a:rPr>
              <a:t>Pattern recognition early avoids repeat unrevealing GI workups.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7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32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EAD5"/>
                </a:solidFill>
                <a:latin typeface="Inter"/>
              </a:rPr>
              <a:t>UVA EMERGENCY MEDICINE  ·  RESEARCH DAY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73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E57200"/>
                </a:solidFill>
                <a:latin typeface="Inter"/>
              </a:rPr>
              <a:t>06  ·  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7200"/>
                </a:solidFill>
                <a:latin typeface="Inter"/>
              </a:rPr>
              <a:t>TAKE-HOME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4EAD5"/>
                </a:solidFill>
                <a:latin typeface="Inter"/>
              </a:rPr>
              <a:t>Pediatric recurrent vomiting + position-dependent pain?</a:t>
            </a:r>
          </a:p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F4EAD5"/>
                </a:solidFill>
                <a:latin typeface="Inter"/>
              </a:rPr>
              <a:t>Image during the episode. Renal POCUS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7200"/>
                </a:solidFill>
                <a:latin typeface="Inter"/>
              </a:rPr>
              <a:t>PUBLISHED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Inter"/>
              </a:rPr>
              <a:t>The Journal of Emergency Medicine, October 2024  ·  Vol 67, Issue 4, e346–e350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BD5E1"/>
                </a:solidFill>
                <a:latin typeface="Inter"/>
              </a:rPr>
              <a:t>Larsen M, Kongkatong M, Ottenhoff J, Moak J.   Faculty: Christopher D. Thom, MD.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EAD5"/>
                </a:solidFill>
                <a:latin typeface="Inter"/>
              </a:rPr>
              <a:t>QUESTIONS WELCOME  ·  Michael Larsen, MD  ·  UVA Emergency Medicine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