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CASE REPORT  ·  ECG  ·  CRITICAL DECISIONS IN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4EAD5"/>
                </a:solidFill>
                <a:latin typeface="Inter"/>
              </a:rPr>
              <a:t>Junctional Tachycardia</a:t>
            </a:r>
          </a:p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4EAD5"/>
                </a:solidFill>
                <a:latin typeface="Inter"/>
              </a:rPr>
              <a:t>in the 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An 80-year-old woman, a tachycardia that wasn't sinus,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and a carotid-massage diagnostic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Daniel Rivera-Morán, 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Resident, Emergency Medicine  ·  University of Virginia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Co-authors  ·  Peter Vandersteenhoven, MD  ·  William Brady,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BD5E1"/>
                </a:solidFill>
                <a:latin typeface="Inter"/>
              </a:rPr>
              <a:t>Critical Decisions in Emergency Medicine 2025;39(4):15–17.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01  · 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32D4B"/>
                </a:solidFill>
                <a:latin typeface="Inter"/>
              </a:rPr>
              <a:t>An 80-year-old woman shows up tachycardic.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•  Onset that morning while reaching overhead.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•  Dizziness, chest pain, shortness of breath.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•  Palpitations; home heart rate in the 130s.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•  Past history: hypothyroidism, hypertension.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•  Vitals: BP 142/77  ·  HR 115  ·  SpO₂ 100%.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•  Appears well, no acute distress.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INITIAL WORKUP  ·  THE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ECG, CXR, BMP, CBC, magnesium, TSH, troponin, D-dimer.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1 L IV fluids while awaiting results.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Labs unremarkable except troponin 6 ng/mL (mildly elevated).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Chest tightness resolves; HR settles in the low 120s.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Repeat ECG obtained — and the rhythm has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02  ·  THE ECG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What does the repeat ECG show? Junctional tachycardia.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REPEAT ECG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0" b="1" i="0">
                <a:solidFill>
                  <a:srgbClr val="F4EAD5"/>
                </a:solidFill>
                <a:latin typeface="Inter"/>
              </a:rPr>
              <a:t>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Narrow complex.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Regular rhythm.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Rate ~130 bpm.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•  P-waves variable; when present, slower than QRS.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WHAT DISTINGUISHES 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Isorhythmic AV dissociation — P-waves track at a slower rate than the QRS but the rhythm stays regular.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This feature excludes AVRT and makes AVNRT highly unlikely.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When retrograde AV block is present, AV dissociation may not be visible — the rhythm shows up as rapid, narrow-complex, regular, often without P-waves, and can mimic atrial flutter or fib.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Mechanism: enhanced automaticity in the AV junction.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03  ·  THE DIFFERENTIAL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2D4B"/>
                </a:solidFill>
                <a:latin typeface="Inter"/>
              </a:rPr>
              <a:t>Same narrow-complex tachycardia, four very different rhythms.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Inter"/>
              </a:rPr>
              <a:t>Adapted from CDEM 2025;39(4) Table 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247120" cy="4572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476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47672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AVRT  (ORTHODROMIC)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47672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AVNRT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9476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ATRIAL FLUTTER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1247120" cy="6400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414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74151"/>
                </a:solidFill>
                <a:latin typeface="Inter"/>
              </a:rPr>
              <a:t>QRS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414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32D4B"/>
                </a:solidFill>
                <a:latin typeface="Inter"/>
              </a:rPr>
              <a:t>Narrow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4144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Narrow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4144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Narrow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4414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Narrow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815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74151"/>
                </a:solidFill>
                <a:latin typeface="Inter"/>
              </a:rPr>
              <a:t>P-waves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0815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32D4B"/>
                </a:solidFill>
                <a:latin typeface="Inter"/>
              </a:rPr>
              <a:t>Variable, slower than QRS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8152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Retrograde, RP &gt; 70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08152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Buried in QRS or pseudo R'/S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0815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Sawtooth pattern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11880"/>
            <a:ext cx="11247120" cy="6400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2160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74151"/>
                </a:solidFill>
                <a:latin typeface="Inter"/>
              </a:rPr>
              <a:t>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7216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32D4B"/>
                </a:solidFill>
                <a:latin typeface="Inter"/>
              </a:rPr>
              <a:t>Regular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2160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Regular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72160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Regular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7216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Often irregular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519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616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74151"/>
                </a:solidFill>
                <a:latin typeface="Inter"/>
              </a:rPr>
              <a:t>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361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32D4B"/>
                </a:solidFill>
                <a:latin typeface="Inter"/>
              </a:rPr>
              <a:t>~130 bpm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36168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~220 bpm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36168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~180 bpm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361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~150 bpm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92040"/>
            <a:ext cx="11247120" cy="6400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017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74151"/>
                </a:solidFill>
                <a:latin typeface="Inter"/>
              </a:rPr>
              <a:t>Treat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0017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32D4B"/>
                </a:solidFill>
                <a:latin typeface="Inter"/>
              </a:rPr>
              <a:t>Cause-specific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00176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Vagal / adenosine / verapamil  ·  unstable: cardioversion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00176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Vagal / adenosine / β-blocker / CCB  ·  unstable: cardioversion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0017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Inter"/>
              </a:rPr>
              <a:t>Adenosine unmasks atrial rhythm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04  ·  RESOLUTION + TAKE-HOME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Carotid massage unmasked an underlying atrial rhythm.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CASE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Carotid massage performed at bedside.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Underlying atrial rhythm at ~240 bpm revealed.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Differential narrowed: 2:1 atrial tachycardia vs atypical atrial flutter.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Adenosine offered for diagnosis — patient declined.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β-blocker (metoprolol) initiated for rate control.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Admitted to cardiology  →  successful electric cardioversion  →  discharged on amiodarone.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LEARNING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JET typically presents as a regular narrow-complex tachycardia ± P-waves. Isorhythmic AV dissociation distinguishes JET from AVRT and AVNRT.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JET arises from enhanced automaticity in the AV junction. Triggers: medications, connective-tissue disease, ischemia, vagal stimulation. Treatment depends on the etiology.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Digoxin and myocardial ischemia are the two most widely recognized causes.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