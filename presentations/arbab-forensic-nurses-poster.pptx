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1554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554480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59436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1554480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00"/>
            <a:ext cx="10058400" cy="9144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7200"/>
                </a:solidFill>
                <a:latin typeface="Inter"/>
              </a:rPr>
              <a:t>POSTER  ·  FORENSIC NURSING  ·  PUBLISHED ARTICLE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91440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4EAD5"/>
                </a:solidFill>
                <a:latin typeface="Inter"/>
              </a:rPr>
              <a:t>Forensic Nurse Examiners and the Emergency Department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TOPIC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858000"/>
            <a:ext cx="8961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 i="0">
                <a:solidFill>
                  <a:srgbClr val="232D4B"/>
                </a:solidFill>
                <a:latin typeface="Inter"/>
              </a:rPr>
              <a:t>A published article on Forensic Nurse Examiners — including Sexual Assault Nurse Examiners — and their role in trauma-informed care for survivors in the emergency department.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0515600"/>
            <a:ext cx="87782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515600"/>
            <a:ext cx="8778240" cy="54864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0698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PRESENTER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115568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32D4B"/>
                </a:solidFill>
                <a:latin typeface="Inter"/>
              </a:rPr>
              <a:t>Zunaira Arbab, 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20700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32D4B"/>
                </a:solidFill>
                <a:latin typeface="Inter"/>
              </a:rPr>
              <a:t>PGY-3 Resident, Emergency Medicine  ·  University of Virginia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27558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32D4B"/>
                </a:solidFill>
                <a:latin typeface="Inter"/>
              </a:rPr>
              <a:t>Faculty mentor  ·  Margaret K. Sande, 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485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AD5"/>
                </a:solidFill>
                <a:latin typeface="Inter"/>
              </a:rPr>
              <a:t>UVA Department of Emergency Medicine  ·  April 29, 2026  ·  Pinn Hall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