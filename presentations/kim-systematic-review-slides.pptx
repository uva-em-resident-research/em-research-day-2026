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STROKE  ·  EVT  ·  ANNALS OF EM  ·  SYSTEMATIC REVIEW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Should Routine IV Thrombolysis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Be Considered Before EVT in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Acute Ischemic Stroke With LVO?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Inter"/>
              </a:rPr>
              <a:t>Snapshot of Gottlieb et al., Cochrane 2025;4:CD015721  ·  6 RCTs, N = 2,336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Paul Kim,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BD5E1"/>
                </a:solidFill>
                <a:latin typeface="Inter"/>
              </a:rPr>
              <a:t>Kim P, Easter J, Long B.  Ann Emerg Med 2026;87(1):25–28.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01  · 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6B7280"/>
                </a:solidFill>
                <a:latin typeface="Inter"/>
              </a:rPr>
              <a:t>Stroke is the #4 cause of U.S. mortality.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When the door-to-decision call is yours, does adding IV tPA to thrombectomy help?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86400" cy="36576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CURRENT AHA / ASA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IV tPA within 3 – 4.5 hours of stroke onset (Class I).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Mechanical thrombectomy within 6 – 24 hours for LVO.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Tenecteplase joined the toolbox: FDA-approved for AIS in March 2025.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Open question: when both EVT and IVT are options, do we still add IVT?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THE EBEM REVIEW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Does IVT + EVT beat EVT alone?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Specifically: in adults with acute ischemic stroke from a large vessel occlusion who get endovascular thrombectomy, does adding IV thrombolysis improve functional outcomes or revascularization — without unacceptable bleeding harm?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02  · 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Systematic Review Snapshot of the Gottlieb Cochrane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Inter"/>
              </a:rPr>
              <a:t>Source: Gottlieb et al., Cochrane Database Syst Rev 2025;4:CD015721.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7 databases + clinical-trial registries  ·  through November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Eligible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Randomized controlled trials of EVT ± IVT in adults with AIS due to LVO.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Population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1752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Adults receiving EVT within 24 h of stroke onset.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Comparator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56616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EVT + IV thrombolysis  vs.  EVT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11480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Functional independence (mRS&lt;3), excellent outcome (mRS&lt;2), TICI 2b–3 / 3, mortality, sICH.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66344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Random-effects meta-analysis  ·  intention-to-treat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21208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GRADE assessment for each outcome.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03  ·  KEY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Adding IVT to EVT did not improve functional independence at 90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6400800" cy="42976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FUNCTIONAL INDEPENDENCE  (mRS &lt;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400" b="1" i="0">
                <a:solidFill>
                  <a:srgbClr val="F4EAD5"/>
                </a:solidFill>
                <a:latin typeface="Inter"/>
              </a:rPr>
              <a:t>RR 1.03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Inter"/>
              </a:rPr>
              <a:t>95% CI 0.92 – 1.14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I² = 67%   ·   moderate certainty (GRADE)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Not statistically significant.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Not a clinically meaningful gain at 90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874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WHAT THIS MEANS AT THE BEDSIDE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331720"/>
            <a:ext cx="4572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When you're calling neuro-IR for thrombectomy, the meta-analytic answer is: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Adding IVT does not move the needle on whether the patient walks out of rehab — at least not in the outcome you most care about.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Mortality looks the same either way.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But the picture is more interesting when you look at reperfusion and bleeding side-by-side 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04  ·  THE FULL OUTCOME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32D4B"/>
                </a:solidFill>
                <a:latin typeface="Inter"/>
              </a:rPr>
              <a:t>IVT + EVT improves reperfusion. Functional + mortality outcomes —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Inter"/>
              </a:rPr>
              <a:t>Pooled outcomes from 6 RCTs (N = 2,336). RR with 95% CI; certainty per GRADE.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00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RR (95% CI)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2103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0972800" cy="5029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8775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2D4B"/>
                </a:solidFill>
                <a:latin typeface="Inter"/>
              </a:rPr>
              <a:t>Functional independence (mRS&lt;3)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5877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1.03  (0.92 – 1.14)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5877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Moderate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58775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Inter"/>
              </a:rPr>
              <a:t>—  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7180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9067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2D4B"/>
                </a:solidFill>
                <a:latin typeface="Inter"/>
              </a:rPr>
              <a:t>Excellent outcome (mRS&lt;2)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0906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0.99  (0.92 – 1.05)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0906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09067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Inter"/>
              </a:rPr>
              <a:t>—  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10972800" cy="5029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935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2D4B"/>
                </a:solidFill>
                <a:latin typeface="Inter"/>
              </a:rPr>
              <a:t>Successful reperfusion (TICI 2b–3)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5935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1.04  (1.01 – 1.08)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59359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59359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7200"/>
                </a:solidFill>
                <a:latin typeface="Inter"/>
              </a:rPr>
              <a:t>↑  sig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7764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965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2D4B"/>
                </a:solidFill>
                <a:latin typeface="Inter"/>
              </a:rPr>
              <a:t>Complete reperfusion (TICI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0965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1.14  (1.02 – 1.28)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0965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409651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7200"/>
                </a:solidFill>
                <a:latin typeface="Inter"/>
              </a:rPr>
              <a:t>↑  sig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80560"/>
            <a:ext cx="10972800" cy="5029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994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2D4B"/>
                </a:solidFill>
                <a:latin typeface="Inter"/>
              </a:rPr>
              <a:t>Mortality (90-day)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94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0.94  (0.78 – 1.14)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5994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459943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Inter"/>
              </a:rPr>
              <a:t>—  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8348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0235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2D4B"/>
                </a:solidFill>
                <a:latin typeface="Inter"/>
              </a:rPr>
              <a:t>Symptomatic ICH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51023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1.20  (0.84 – 1.70)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51023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32D4B"/>
                </a:solidFill>
                <a:latin typeface="Inter"/>
              </a:rPr>
              <a:t>Moderate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510235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Inter"/>
              </a:rPr>
              <a:t>—  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05  ·  BEDSIDE TAKE-HOME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What survives the table once you're at the door.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257800" cy="22402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REPERFUSION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IVT + EVT modestly improves both successful and complete reperfusion. The plumbing benefit is real — just small.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828800"/>
            <a:ext cx="5257800" cy="22402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FUNCTIONAL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No detectable benefit at 90 days for either mRS&lt;3 or mRS&lt;2. Better pipes; same lived outcome.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51960"/>
            <a:ext cx="5257800" cy="22402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MORTALITY  +  HARM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No significant mortality difference. Symptomatic ICH point estimate is higher with IVT (RR 1.20) but CI crosses 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251960"/>
            <a:ext cx="5257800" cy="22402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434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4632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AHA / ASA still Class I for IV tPA in eligible patients. The Cochrane synthesis informs nuance, not a guideline overhaul.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06  · 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TAKE-HOME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F4EAD5"/>
                </a:solidFill>
                <a:latin typeface="Inter"/>
              </a:rPr>
              <a:t>IVT + EVT improves reperfusion. It does not improve</a:t>
            </a:r>
          </a:p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F4EAD5"/>
                </a:solidFill>
                <a:latin typeface="Inter"/>
              </a:rPr>
              <a:t>functional outcomes or mortality. Bleeding harm is</a:t>
            </a:r>
          </a:p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F4EAD5"/>
                </a:solidFill>
                <a:latin typeface="Inter"/>
              </a:rPr>
              <a:t>not significantly higher.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OPEN QUESTIONS  ·  WORTH DISCUSSING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How does tenecteplase shift the answer? (FDA-approved for AIS, March 2025.)</a:t>
            </a:r>
          </a:p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Subgroups: stroke severity, vessel location, agent type — pending.</a:t>
            </a:r>
          </a:p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Where does this synthesis sit alongside Class I AHA / ASA guidance?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Kim P, Easter J, Long B.  Ann Emerg Med 2026;87(1):25–28.   ·   Paul Kim, DO  ·  UVA Emergency Medicine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