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D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57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4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31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4EAD5"/>
                </a:solidFill>
                <a:latin typeface="Inter"/>
              </a:rPr>
              <a:t>UVA EMERGENCY MEDICINE  ·  RESEARCH DAY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57200"/>
                </a:solidFill>
                <a:latin typeface="Inter"/>
              </a:rPr>
              <a:t>ON DISPLAY  ·  PE / WELLS  ·  SAEM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1069848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4EAD5"/>
                </a:solidFill>
                <a:latin typeface="Inter"/>
              </a:rPr>
              <a:t>Comparing Patient vs. Physician PE Risk Assessment Using the Wells Score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106984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1">
                <a:solidFill>
                  <a:srgbClr val="FFFFFF"/>
                </a:solidFill>
                <a:latin typeface="Inter"/>
              </a:rPr>
              <a:t>A prospective observational study comparing patient self-assessment with the Wells Score for pulmonary embolism risk to the physician's bedside assessment — accepted at SAEM 2026.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3492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F4EAD5"/>
                </a:solidFill>
                <a:latin typeface="Inter"/>
              </a:rPr>
              <a:t>Sigal Tavel, MD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150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Inter"/>
              </a:rPr>
              <a:t>PGY-3 Resident, Emergency Medicine  ·  University of Virginia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4EAD5"/>
                </a:solidFill>
                <a:latin typeface="Inter"/>
              </a:rPr>
              <a:t>Faculty mentor  ·  Joshua Easter, 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