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PODIUM  ·  AI / OPERATIONS  ·  SAEM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AD5"/>
                </a:solidFill>
                <a:latin typeface="Inter"/>
              </a:rPr>
              <a:t>AI-Assisted Shift Scheduling in Emergency Medicine — ChatGPT vs. Grok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A comparison of off-the-shelf large language models for emergency-medicine resident shift scheduling — submitted as an innovation abstract at SAEM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Michael Carter,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Faculty mentors  ·  Drs. Layng, Smith, Hartka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