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554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5943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155448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0"/>
            <a:ext cx="10058400" cy="9144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7200"/>
                </a:solidFill>
                <a:latin typeface="Inter"/>
              </a:rPr>
              <a:t>POSTER  ·  PEDIATRIC EM  ·  BOOK CHAPTER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Pediatric Emergency Medicine Teaching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961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232D4B"/>
                </a:solidFill>
                <a:latin typeface="Inter"/>
              </a:rPr>
              <a:t>A teaching-case chapter on a high-acuity pediatric emergency presentation, written for the front-line emergency clinician.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515600"/>
            <a:ext cx="8778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0"/>
            <a:ext cx="8778240" cy="5486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155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32D4B"/>
                </a:solidFill>
                <a:latin typeface="Inter"/>
              </a:rPr>
              <a:t>Ethan Smolley,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D4B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75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32D4B"/>
                </a:solidFill>
                <a:latin typeface="Inter"/>
              </a:rPr>
              <a:t>Faculty mentor  ·  Joshua Easter, 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85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UVA Department of Emergency Medicine  ·  April 29, 2026  ·  Pinn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