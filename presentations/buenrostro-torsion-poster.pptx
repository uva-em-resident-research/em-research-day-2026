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1554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554480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00" cy="594360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15544800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00"/>
            <a:ext cx="10058400" cy="91440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7200"/>
                </a:solidFill>
                <a:latin typeface="Inter"/>
              </a:rPr>
              <a:t>POSTER  ·  GU / SURGERY  ·  BOOK CHAPTER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91440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4EAD5"/>
                </a:solidFill>
                <a:latin typeface="Inter"/>
              </a:rPr>
              <a:t>Testicular Torsion — Bedside Recognition for the Front-Line Clinician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961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7200"/>
                </a:solidFill>
                <a:latin typeface="Inter"/>
              </a:rPr>
              <a:t>TOPIC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858000"/>
            <a:ext cx="8961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 i="0">
                <a:solidFill>
                  <a:srgbClr val="232D4B"/>
                </a:solidFill>
                <a:latin typeface="Inter"/>
              </a:rPr>
              <a:t>A teaching-case chapter on testicular torsion: time-critical recognition, the bedside read, and routing to definitive surgical care.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0515600"/>
            <a:ext cx="87782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0515600"/>
            <a:ext cx="8778240" cy="54864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06984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7200"/>
                </a:solidFill>
                <a:latin typeface="Inter"/>
              </a:rPr>
              <a:t>PRESENTER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115568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232D4B"/>
                </a:solidFill>
                <a:latin typeface="Inter"/>
              </a:rPr>
              <a:t>Joel Buenrostro, 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20700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32D4B"/>
                </a:solidFill>
                <a:latin typeface="Inter"/>
              </a:rPr>
              <a:t>PGY-3 Resident, Emergency Medicine  ·  University of Virginia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27558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32D4B"/>
                </a:solidFill>
                <a:latin typeface="Inter"/>
              </a:rPr>
              <a:t>Faculty mentor  ·  Dr. Byrne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485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EAD5"/>
                </a:solidFill>
                <a:latin typeface="Inter"/>
              </a:rPr>
              <a:t>UVA Department of Emergency Medicine  ·  April 29, 2026  ·  Pinn Hall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