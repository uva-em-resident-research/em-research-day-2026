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PODIUM  ·  TRAUMA  ·  PROTOCOL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4EAD5"/>
                </a:solidFill>
                <a:latin typeface="Inter"/>
              </a:rPr>
              <a:t>Whole Blood Protocol for Emergency Medicine and Trauma at UVA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FFFFFF"/>
                </a:solidFill>
                <a:latin typeface="Inter"/>
              </a:rPr>
              <a:t>Development of a whole-blood resuscitation protocol for the UVA Department of Emergency Medicine, built in coordination with the trauma program and added to the UVA Trauma Manual.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4EAD5"/>
                </a:solidFill>
                <a:latin typeface="Inter"/>
              </a:rPr>
              <a:t>Nicholas McKean, 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15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PGY-3 Resident, Emergency Medicine  ·  University of Virginia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AD5"/>
                </a:solidFill>
                <a:latin typeface="Inter"/>
              </a:rPr>
              <a:t>Faculty mentor  ·  George Lindbeck,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